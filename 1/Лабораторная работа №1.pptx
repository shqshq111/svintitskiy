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0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77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94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54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17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5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36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28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23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06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3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849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314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43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572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418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61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AA2F6A2-473E-4092-87E0-ECD0A8FC6E6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B207A99-13B0-46A2-BFBF-17CF98E76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77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E9159-999C-4371-AEF6-17040CA4A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606B52-0C3A-4ACE-8606-9B353F028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Генератор паролей с подсчетом количества комбинаций</a:t>
            </a:r>
          </a:p>
        </p:txBody>
      </p:sp>
    </p:spTree>
    <p:extLst>
      <p:ext uri="{BB962C8B-B14F-4D97-AF65-F5344CB8AC3E}">
        <p14:creationId xmlns:p14="http://schemas.microsoft.com/office/powerpoint/2010/main" val="308030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5DCD5-21FC-40F5-9CD0-70A1510F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4DD62-2418-4E8E-90FE-87E2280F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653834"/>
            <a:ext cx="8825659" cy="3416300"/>
          </a:xfrm>
        </p:spPr>
        <p:txBody>
          <a:bodyPr/>
          <a:lstStyle/>
          <a:p>
            <a:r>
              <a:rPr lang="ru-RU" dirty="0"/>
              <a:t>Язык программирования: </a:t>
            </a:r>
            <a:r>
              <a:rPr lang="en-US" b="1" dirty="0"/>
              <a:t>Python</a:t>
            </a:r>
            <a:endParaRPr lang="ru-RU" b="1" dirty="0"/>
          </a:p>
          <a:p>
            <a:r>
              <a:rPr lang="en-US" dirty="0"/>
              <a:t>GUI: </a:t>
            </a:r>
            <a:r>
              <a:rPr lang="en-US" b="1" dirty="0" err="1"/>
              <a:t>tkinter</a:t>
            </a:r>
            <a:endParaRPr lang="ru-RU" b="1" dirty="0"/>
          </a:p>
          <a:p>
            <a:r>
              <a:rPr lang="ru-RU" dirty="0"/>
              <a:t>Возможности программы:</a:t>
            </a:r>
            <a:endParaRPr lang="ru-RU" b="1" dirty="0"/>
          </a:p>
          <a:p>
            <a:pPr lvl="1"/>
            <a:r>
              <a:rPr lang="ru-RU" dirty="0"/>
              <a:t>Выбор длины пароля</a:t>
            </a:r>
            <a:endParaRPr lang="ru-RU" b="1" dirty="0"/>
          </a:p>
          <a:p>
            <a:pPr lvl="1"/>
            <a:r>
              <a:rPr lang="ru-RU" dirty="0"/>
              <a:t>Выбор типа символов: цифры, строчные, заглавные, спецсимволы</a:t>
            </a:r>
            <a:endParaRPr lang="ru-RU" b="1" dirty="0"/>
          </a:p>
          <a:p>
            <a:pPr lvl="1"/>
            <a:r>
              <a:rPr lang="ru-RU" dirty="0"/>
              <a:t>Подсчет мощности алфавита и количества всех возможных паролей</a:t>
            </a:r>
            <a:endParaRPr lang="ru-RU" b="1" dirty="0"/>
          </a:p>
          <a:p>
            <a:pPr lvl="1"/>
            <a:r>
              <a:rPr lang="ru-RU" dirty="0"/>
              <a:t>Генерация случайного пароля по выбранным параметрам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9254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30BA0-8301-47A1-AB42-2963C15B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библиотек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76B1A-8B27-45BE-8902-0BB8E373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57" y="2603500"/>
            <a:ext cx="6990756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этом этапе мы подключаем все необходимые библиотеки, которые позволят:</a:t>
            </a:r>
          </a:p>
          <a:p>
            <a:pPr lvl="1"/>
            <a:r>
              <a:rPr lang="ru-RU" dirty="0"/>
              <a:t>Создать графический интерфейс </a:t>
            </a:r>
            <a:r>
              <a:rPr lang="ru-RU" b="1" dirty="0"/>
              <a:t>(</a:t>
            </a:r>
            <a:r>
              <a:rPr lang="ru-RU" b="1" dirty="0" err="1"/>
              <a:t>tkinter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Показывать сообщения пользователю </a:t>
            </a:r>
            <a:r>
              <a:rPr lang="ru-RU" b="1" dirty="0"/>
              <a:t>(</a:t>
            </a:r>
            <a:r>
              <a:rPr lang="ru-RU" b="1" dirty="0" err="1"/>
              <a:t>messagebox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Работать со случайными символами </a:t>
            </a:r>
            <a:r>
              <a:rPr lang="ru-RU" b="1" dirty="0"/>
              <a:t>(</a:t>
            </a:r>
            <a:r>
              <a:rPr lang="ru-RU" b="1" dirty="0" err="1"/>
              <a:t>random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Быстро формировать набор символов для пароля </a:t>
            </a:r>
            <a:r>
              <a:rPr lang="ru-RU" b="1" dirty="0"/>
              <a:t>(</a:t>
            </a:r>
            <a:r>
              <a:rPr lang="ru-RU" b="1" dirty="0" err="1"/>
              <a:t>string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Выполнять математические вычисления для оценки количества возможных паролей </a:t>
            </a:r>
            <a:r>
              <a:rPr lang="ru-RU" b="1" dirty="0"/>
              <a:t>(</a:t>
            </a:r>
            <a:r>
              <a:rPr lang="ru-RU" b="1" dirty="0" err="1"/>
              <a:t>math</a:t>
            </a:r>
            <a:r>
              <a:rPr lang="ru-RU" b="1" dirty="0"/>
              <a:t>)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1163108-2685-48F6-8FCA-2451E5E10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240" y="3429000"/>
            <a:ext cx="29718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6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8443D-CBE7-4F58-8B19-E832F162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генерации пароля и расчёта количества комбинаций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C97961-7DE9-4F71-820F-D3CD9DB2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54" y="2729335"/>
            <a:ext cx="5908577" cy="3416300"/>
          </a:xfrm>
        </p:spPr>
        <p:txBody>
          <a:bodyPr/>
          <a:lstStyle/>
          <a:p>
            <a:r>
              <a:rPr lang="ru-RU" b="1" dirty="0" err="1"/>
              <a:t>length_entry.get</a:t>
            </a:r>
            <a:r>
              <a:rPr lang="ru-RU" b="1" dirty="0"/>
              <a:t>() </a:t>
            </a:r>
            <a:r>
              <a:rPr lang="ru-RU" dirty="0"/>
              <a:t>— считываем значение длины пароля, введённое пользователем.</a:t>
            </a:r>
          </a:p>
          <a:p>
            <a:r>
              <a:rPr lang="ru-RU" b="1" dirty="0" err="1"/>
              <a:t>int</a:t>
            </a:r>
            <a:r>
              <a:rPr lang="ru-RU" b="1" dirty="0"/>
              <a:t>() </a:t>
            </a:r>
            <a:r>
              <a:rPr lang="ru-RU" dirty="0"/>
              <a:t>— преобразуем введённое значение в число.</a:t>
            </a:r>
          </a:p>
          <a:p>
            <a:r>
              <a:rPr lang="ru-RU" dirty="0"/>
              <a:t>Проверка </a:t>
            </a:r>
            <a:r>
              <a:rPr lang="ru-RU" b="1" dirty="0" err="1"/>
              <a:t>if</a:t>
            </a:r>
            <a:r>
              <a:rPr lang="ru-RU" b="1" dirty="0"/>
              <a:t> </a:t>
            </a:r>
            <a:r>
              <a:rPr lang="ru-RU" b="1" dirty="0" err="1"/>
              <a:t>length</a:t>
            </a:r>
            <a:r>
              <a:rPr lang="ru-RU" b="1" dirty="0"/>
              <a:t> &lt;= 0 </a:t>
            </a:r>
            <a:r>
              <a:rPr lang="ru-RU" dirty="0"/>
              <a:t>— длина должна быть положительной.</a:t>
            </a:r>
          </a:p>
          <a:p>
            <a:pPr lvl="1"/>
            <a:r>
              <a:rPr lang="ru-RU" dirty="0"/>
              <a:t>Если введено неверное значение, всплывает окно ошибки через </a:t>
            </a:r>
            <a:r>
              <a:rPr lang="ru-RU" b="1" dirty="0" err="1"/>
              <a:t>messagebox.showerror</a:t>
            </a:r>
            <a:r>
              <a:rPr lang="ru-RU" dirty="0"/>
              <a:t>, и функция прерывается </a:t>
            </a:r>
            <a:r>
              <a:rPr lang="ru-RU" b="1" dirty="0"/>
              <a:t>(</a:t>
            </a:r>
            <a:r>
              <a:rPr lang="ru-RU" b="1" dirty="0" err="1"/>
              <a:t>return</a:t>
            </a:r>
            <a:r>
              <a:rPr lang="ru-RU" b="1"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E95DFD-B1BD-4527-AC37-70838D04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146" y="3381500"/>
            <a:ext cx="56388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8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7E354-07E7-44C9-AE15-313D39AF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алфавита для пароля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1CD989-AB89-4234-BF3C-EC8D81816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47" y="2662223"/>
            <a:ext cx="5849853" cy="34163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Создаём пустую строку </a:t>
            </a:r>
            <a:r>
              <a:rPr lang="ru-RU" b="1" dirty="0" err="1"/>
              <a:t>alphabet</a:t>
            </a:r>
            <a:r>
              <a:rPr lang="ru-RU" b="1" dirty="0"/>
              <a:t>.</a:t>
            </a:r>
          </a:p>
          <a:p>
            <a:r>
              <a:rPr lang="ru-RU" dirty="0"/>
              <a:t>В зависимости от выбранных галочек (</a:t>
            </a:r>
            <a:r>
              <a:rPr lang="ru-RU" b="1" dirty="0" err="1"/>
              <a:t>var_digits</a:t>
            </a:r>
            <a:r>
              <a:rPr lang="ru-RU" b="1" dirty="0"/>
              <a:t>, </a:t>
            </a:r>
            <a:r>
              <a:rPr lang="ru-RU" b="1" dirty="0" err="1"/>
              <a:t>var_lower</a:t>
            </a:r>
            <a:r>
              <a:rPr lang="ru-RU" b="1" dirty="0"/>
              <a:t>, </a:t>
            </a:r>
            <a:r>
              <a:rPr lang="ru-RU" b="1" dirty="0" err="1"/>
              <a:t>var_upper</a:t>
            </a:r>
            <a:r>
              <a:rPr lang="ru-RU" b="1" dirty="0"/>
              <a:t>, </a:t>
            </a:r>
            <a:r>
              <a:rPr lang="ru-RU" b="1" dirty="0" err="1"/>
              <a:t>var_symbols</a:t>
            </a:r>
            <a:r>
              <a:rPr lang="ru-RU" dirty="0"/>
              <a:t>) добавляем соответствующие символы в алфавит. </a:t>
            </a:r>
          </a:p>
          <a:p>
            <a:r>
              <a:rPr lang="ru-RU" dirty="0"/>
              <a:t>Если пользователь не выбрал ни один тип символов, выводим ошибку и прекращаем выполнение функции.</a:t>
            </a:r>
            <a:r>
              <a:rPr lang="en-US" dirty="0"/>
              <a:t> (</a:t>
            </a:r>
            <a:r>
              <a:rPr lang="en-US" b="1" dirty="0" err="1"/>
              <a:t>messagebox.showerror</a:t>
            </a:r>
            <a:r>
              <a:rPr lang="en-US" dirty="0"/>
              <a:t>)</a:t>
            </a:r>
            <a:endParaRPr lang="ru-RU" dirty="0"/>
          </a:p>
          <a:p>
            <a:r>
              <a:rPr lang="en-US" b="1" dirty="0" err="1"/>
              <a:t>alphabet_size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ru-RU" dirty="0"/>
              <a:t>количество символов в выбранном алфавите.</a:t>
            </a:r>
            <a:endParaRPr lang="en-US" dirty="0"/>
          </a:p>
          <a:p>
            <a:r>
              <a:rPr lang="en-US" b="1" dirty="0" err="1"/>
              <a:t>Total_passwords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ru-RU" dirty="0"/>
              <a:t>общее количество возможных паролей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54278F-07D3-4F92-B34C-E00DB6B48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053" y="2705857"/>
            <a:ext cx="56388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9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5B8EA-ECDD-407B-A819-FF33B1E1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случайного пароля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CBA923-2B56-4688-A817-CD0711E2D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8825659" cy="3416300"/>
          </a:xfrm>
        </p:spPr>
        <p:txBody>
          <a:bodyPr/>
          <a:lstStyle/>
          <a:p>
            <a:r>
              <a:rPr lang="ru-RU" b="1" dirty="0" err="1"/>
              <a:t>random.choice</a:t>
            </a:r>
            <a:r>
              <a:rPr lang="ru-RU" b="1" dirty="0"/>
              <a:t>(</a:t>
            </a:r>
            <a:r>
              <a:rPr lang="ru-RU" b="1" dirty="0" err="1"/>
              <a:t>alphabet</a:t>
            </a:r>
            <a:r>
              <a:rPr lang="ru-RU" b="1" dirty="0"/>
              <a:t>) </a:t>
            </a:r>
            <a:r>
              <a:rPr lang="ru-RU" dirty="0"/>
              <a:t>— выбирает случайный символ из алфавита.</a:t>
            </a:r>
            <a:endParaRPr lang="en-US" dirty="0"/>
          </a:p>
          <a:p>
            <a:r>
              <a:rPr lang="ru-RU" dirty="0"/>
              <a:t>Генерируем последовательность длиной </a:t>
            </a:r>
            <a:r>
              <a:rPr lang="ru-RU" b="1" dirty="0" err="1"/>
              <a:t>length</a:t>
            </a:r>
            <a:r>
              <a:rPr lang="ru-RU" dirty="0"/>
              <a:t>.</a:t>
            </a:r>
            <a:endParaRPr lang="en-US" dirty="0"/>
          </a:p>
          <a:p>
            <a:r>
              <a:rPr lang="ru-RU" b="1" dirty="0"/>
              <a:t>''.</a:t>
            </a:r>
            <a:r>
              <a:rPr lang="ru-RU" b="1" dirty="0" err="1"/>
              <a:t>join</a:t>
            </a:r>
            <a:r>
              <a:rPr lang="ru-RU" b="1" dirty="0"/>
              <a:t>(...) </a:t>
            </a:r>
            <a:r>
              <a:rPr lang="ru-RU" dirty="0"/>
              <a:t>объединяет выбранные символы в строку — получаем готовый пароль.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61BFF9-4465-4B6D-9034-BC8DCA6A0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564890"/>
            <a:ext cx="51530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4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3EB3C-EDA3-45E8-9D86-BF8BFEEB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результатов в </a:t>
            </a:r>
            <a:r>
              <a:rPr lang="en-US" dirty="0"/>
              <a:t>GUI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AE9D9-3173-4A9E-8D19-1587F526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604" y="2603499"/>
            <a:ext cx="6265021" cy="34163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Обновляем текст метки </a:t>
            </a:r>
            <a:r>
              <a:rPr lang="ru-RU" b="1" dirty="0" err="1"/>
              <a:t>result_label</a:t>
            </a:r>
            <a:r>
              <a:rPr lang="ru-RU" dirty="0"/>
              <a:t>, чтобы показать:</a:t>
            </a:r>
            <a:endParaRPr lang="en-US" dirty="0"/>
          </a:p>
          <a:p>
            <a:pPr lvl="1"/>
            <a:r>
              <a:rPr lang="ru-RU" dirty="0"/>
              <a:t>мощность алфавита</a:t>
            </a:r>
            <a:endParaRPr lang="en-US" dirty="0"/>
          </a:p>
          <a:p>
            <a:pPr lvl="1"/>
            <a:r>
              <a:rPr lang="ru-RU" dirty="0"/>
              <a:t>общее число возможных паролей </a:t>
            </a:r>
            <a:r>
              <a:rPr lang="ru-RU" b="1" dirty="0"/>
              <a:t>(.3e </a:t>
            </a:r>
            <a:r>
              <a:rPr lang="ru-RU" dirty="0"/>
              <a:t>— экспоненциальная запись)</a:t>
            </a:r>
            <a:endParaRPr lang="en-US" dirty="0"/>
          </a:p>
          <a:p>
            <a:pPr lvl="1"/>
            <a:r>
              <a:rPr lang="ru-RU" dirty="0"/>
              <a:t>порядок величины в виде степени десяти (</a:t>
            </a:r>
            <a:r>
              <a:rPr lang="ru-RU" b="1" dirty="0"/>
              <a:t>log10</a:t>
            </a:r>
            <a:r>
              <a:rPr lang="ru-RU" dirty="0"/>
              <a:t>). </a:t>
            </a:r>
            <a:endParaRPr lang="en-US" dirty="0"/>
          </a:p>
          <a:p>
            <a:r>
              <a:rPr lang="ru-RU" dirty="0"/>
              <a:t>Сначала делаем поле для пароля доступным (</a:t>
            </a:r>
            <a:r>
              <a:rPr lang="ru-RU" b="1" dirty="0" err="1"/>
              <a:t>state</a:t>
            </a:r>
            <a:r>
              <a:rPr lang="ru-RU" b="1" dirty="0"/>
              <a:t>='</a:t>
            </a:r>
            <a:r>
              <a:rPr lang="ru-RU" b="1" dirty="0" err="1"/>
              <a:t>normal</a:t>
            </a:r>
            <a:r>
              <a:rPr lang="ru-RU" b="1" dirty="0"/>
              <a:t>’)</a:t>
            </a:r>
            <a:endParaRPr lang="en-US" b="1" dirty="0"/>
          </a:p>
          <a:p>
            <a:r>
              <a:rPr lang="ru-RU" dirty="0"/>
              <a:t>Очищаем старый текст (</a:t>
            </a:r>
            <a:r>
              <a:rPr lang="ru-RU" b="1" dirty="0" err="1"/>
              <a:t>delete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Вставляем новый пароль (</a:t>
            </a:r>
            <a:r>
              <a:rPr lang="ru-RU" b="1" dirty="0" err="1"/>
              <a:t>insert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Делаем поле только для чтения (</a:t>
            </a:r>
            <a:r>
              <a:rPr lang="ru-RU" b="1" dirty="0" err="1"/>
              <a:t>state</a:t>
            </a:r>
            <a:r>
              <a:rPr lang="ru-RU" b="1" dirty="0"/>
              <a:t>='</a:t>
            </a:r>
            <a:r>
              <a:rPr lang="ru-RU" b="1" dirty="0" err="1"/>
              <a:t>readonly</a:t>
            </a:r>
            <a:r>
              <a:rPr lang="ru-RU" dirty="0"/>
              <a:t>').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584A19-577C-40A5-BDB5-F85412F21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5" y="3267075"/>
            <a:ext cx="51244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4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C3C10-DEC0-4544-A1C6-751147A7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окна и элементов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B917E4-824B-4243-82BA-5D75EFEE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Создаём главное окно GUI, задаём размеры и запрещаем изменение.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095549-01B8-4F65-A41B-E794FA463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429000"/>
            <a:ext cx="5140177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7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C3C10-DEC0-4544-A1C6-751147A7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окна и элементов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B917E4-824B-4243-82BA-5D75EFEE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Поле для ввода длины пароля с меткой.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1EA637-EB14-4A15-BDED-858640C8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676650"/>
            <a:ext cx="9493494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1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C3C10-DEC0-4544-A1C6-751147A7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окна и элементов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B917E4-824B-4243-82BA-5D75EFEE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Создаём переменные для галочек с состояниями по умолчанию.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4A07E8-8F7C-4A5C-B3EE-1B241E379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686174"/>
            <a:ext cx="6402928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73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ADECF-ACA0-455B-B90E-BCD099D3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окна и элементов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A2611-676D-457E-8D24-09F9C28E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Создаём флажки для выбора </a:t>
            </a:r>
            <a:r>
              <a:rPr lang="ru-RU" dirty="0" err="1"/>
              <a:t>символов.grid</a:t>
            </a:r>
            <a:r>
              <a:rPr lang="ru-RU" dirty="0"/>
              <a:t> размещает элементы в сетке, </a:t>
            </a:r>
            <a:r>
              <a:rPr lang="ru-RU" dirty="0" err="1"/>
              <a:t>sticky</a:t>
            </a:r>
            <a:r>
              <a:rPr lang="ru-RU" dirty="0"/>
              <a:t>="w" выравнивает их по левому краю.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58AD5F-1017-4D04-8035-09FB2B1F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849687"/>
            <a:ext cx="10682357" cy="12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2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48A92-2635-4EE8-9763-8485D50B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окна и элементов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71060-2FF3-48C7-B511-B90F58CBA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759946" cy="3416300"/>
          </a:xfrm>
        </p:spPr>
        <p:txBody>
          <a:bodyPr/>
          <a:lstStyle/>
          <a:p>
            <a:r>
              <a:rPr lang="ru-RU" dirty="0"/>
              <a:t>Кнопка запуска функции генерации пароля.</a:t>
            </a:r>
          </a:p>
          <a:p>
            <a:r>
              <a:rPr lang="ru-RU" dirty="0"/>
              <a:t>Метки для отображения результатов расчета мощности алфавита и числа комбинаций</a:t>
            </a:r>
          </a:p>
          <a:p>
            <a:r>
              <a:rPr lang="ru-RU" dirty="0"/>
              <a:t>Поле для отображения сгенерированного пароля</a:t>
            </a:r>
          </a:p>
          <a:p>
            <a:r>
              <a:rPr lang="ru-RU" dirty="0"/>
              <a:t>Запуск главного цикла </a:t>
            </a:r>
            <a:r>
              <a:rPr lang="en-US" dirty="0"/>
              <a:t>GUI</a:t>
            </a:r>
            <a:endParaRPr lang="ru-RU" dirty="0"/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B5B60B-B94B-48EB-9CBC-A151F331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905125"/>
            <a:ext cx="64198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9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2B5E3-F05C-44BC-A115-30745DE3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0D33FCC-F510-4E13-9C4E-38CEEB3A9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620" y="2327274"/>
            <a:ext cx="4036905" cy="4350529"/>
          </a:xfrm>
        </p:spPr>
      </p:pic>
    </p:spTree>
    <p:extLst>
      <p:ext uri="{BB962C8B-B14F-4D97-AF65-F5344CB8AC3E}">
        <p14:creationId xmlns:p14="http://schemas.microsoft.com/office/powerpoint/2010/main" val="4279002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</TotalTime>
  <Words>448</Words>
  <Application>Microsoft Office PowerPoint</Application>
  <PresentationFormat>Широкоэкранный</PresentationFormat>
  <Paragraphs>55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Совет директоров</vt:lpstr>
      <vt:lpstr>Лабораторная работа №1</vt:lpstr>
      <vt:lpstr>Реализация</vt:lpstr>
      <vt:lpstr>Подключение библиотек</vt:lpstr>
      <vt:lpstr>Функция генерации пароля и расчёта количества комбинаций</vt:lpstr>
      <vt:lpstr>Формирование алфавита для пароля</vt:lpstr>
      <vt:lpstr>Генерация случайного пароля</vt:lpstr>
      <vt:lpstr>Вывод результатов в GUI</vt:lpstr>
      <vt:lpstr>Создание главного окна и элементов управления</vt:lpstr>
      <vt:lpstr>Создание главного окна и элементов управления</vt:lpstr>
      <vt:lpstr>Создание главного окна и элементов управления</vt:lpstr>
      <vt:lpstr>Создание главного окна и элементов управления</vt:lpstr>
      <vt:lpstr>Создание главного окна и элементов управления</vt:lpstr>
      <vt:lpstr>Демонстрация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zxc qwe</dc:creator>
  <cp:lastModifiedBy>zxc qwe</cp:lastModifiedBy>
  <cp:revision>6</cp:revision>
  <dcterms:created xsi:type="dcterms:W3CDTF">2026-01-20T14:02:34Z</dcterms:created>
  <dcterms:modified xsi:type="dcterms:W3CDTF">2026-01-20T15:05:31Z</dcterms:modified>
</cp:coreProperties>
</file>